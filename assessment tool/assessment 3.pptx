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36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54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51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9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9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3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4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4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0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84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1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57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43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9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64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5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48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94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669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1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47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0795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7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39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C1DBB21-154E-43CA-8EDC-2EC10E34F68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E0C8C3D7-B905-43BD-BECE-7EC755DE2A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81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3C12-9C6D-DA3D-B3CA-E6B3BED89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736" y="1606890"/>
            <a:ext cx="10717161" cy="220802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 err="1"/>
              <a:t>Analyze</a:t>
            </a:r>
            <a:r>
              <a:rPr lang="en-IN" sz="4000" b="1" dirty="0"/>
              <a:t> Real-World Applications of Computer Vision</a:t>
            </a:r>
            <a:br>
              <a:rPr lang="en-IN" sz="4000" b="1" dirty="0"/>
            </a:br>
            <a:br>
              <a:rPr lang="en-IN" sz="3600" b="1" dirty="0"/>
            </a:br>
            <a:r>
              <a:rPr lang="en-IN" sz="1800" b="1" dirty="0"/>
              <a:t>Applications in Healthcare, Surveillance, Autonomous Vehicles, Agriculture &amp; Retail</a:t>
            </a:r>
            <a:br>
              <a:rPr lang="en-IN" sz="1800" dirty="0"/>
            </a:b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F2D79-CC1A-D498-913C-ABC5049EC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272" y="4906297"/>
            <a:ext cx="3401962" cy="121545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M. Akhil </a:t>
            </a:r>
            <a:r>
              <a:rPr lang="en-IN" dirty="0" err="1"/>
              <a:t>kumar</a:t>
            </a:r>
            <a:endParaRPr lang="en-IN" dirty="0"/>
          </a:p>
          <a:p>
            <a:r>
              <a:rPr lang="en-IN" dirty="0"/>
              <a:t>Reg no. 192572060</a:t>
            </a:r>
          </a:p>
          <a:p>
            <a:r>
              <a:rPr lang="en-IN" dirty="0"/>
              <a:t>Department: CSE-(AI) </a:t>
            </a:r>
          </a:p>
        </p:txBody>
      </p:sp>
    </p:spTree>
    <p:extLst>
      <p:ext uri="{BB962C8B-B14F-4D97-AF65-F5344CB8AC3E}">
        <p14:creationId xmlns:p14="http://schemas.microsoft.com/office/powerpoint/2010/main" val="389958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E079-4082-75FA-718C-7A81E48A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computer vision?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9D907-E3F8-4571-ED03-D20E019B4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Introduction</a:t>
            </a:r>
          </a:p>
          <a:p>
            <a:r>
              <a:rPr lang="en-IN" sz="2000" dirty="0"/>
              <a:t>Computer Vision is a branch of Artificial Intelligence (AI). </a:t>
            </a:r>
          </a:p>
          <a:p>
            <a:r>
              <a:rPr lang="en-IN" sz="2000" dirty="0"/>
              <a:t>It enables computers to understand and </a:t>
            </a:r>
            <a:r>
              <a:rPr lang="en-IN" sz="2000" dirty="0" err="1"/>
              <a:t>analyze</a:t>
            </a:r>
            <a:r>
              <a:rPr lang="en-IN" sz="2000" dirty="0"/>
              <a:t> images and videos. </a:t>
            </a:r>
          </a:p>
          <a:p>
            <a:r>
              <a:rPr lang="en-IN" sz="2000" dirty="0"/>
              <a:t>Uses </a:t>
            </a:r>
            <a:r>
              <a:rPr lang="en-IN" sz="2000" b="1" dirty="0"/>
              <a:t>Deep Learning</a:t>
            </a:r>
            <a:r>
              <a:rPr lang="en-IN" sz="2000" dirty="0"/>
              <a:t>, </a:t>
            </a:r>
            <a:r>
              <a:rPr lang="en-IN" sz="2000" b="1" dirty="0"/>
              <a:t>Machine Learning</a:t>
            </a:r>
            <a:r>
              <a:rPr lang="en-IN" sz="2000" dirty="0"/>
              <a:t>, and </a:t>
            </a:r>
            <a:r>
              <a:rPr lang="en-IN" sz="2000" b="1" dirty="0"/>
              <a:t>Image Processing</a:t>
            </a:r>
            <a:r>
              <a:rPr lang="en-IN" sz="2000" dirty="0"/>
              <a:t>. </a:t>
            </a:r>
          </a:p>
          <a:p>
            <a:r>
              <a:rPr lang="en-IN" sz="2000" dirty="0"/>
              <a:t>Common tasks: </a:t>
            </a:r>
          </a:p>
          <a:p>
            <a:pPr lvl="1"/>
            <a:r>
              <a:rPr lang="en-IN" sz="2000" dirty="0"/>
              <a:t>Image Classification </a:t>
            </a:r>
          </a:p>
          <a:p>
            <a:pPr lvl="1"/>
            <a:r>
              <a:rPr lang="en-IN" sz="2000" dirty="0"/>
              <a:t>Object Detection </a:t>
            </a:r>
          </a:p>
          <a:p>
            <a:pPr lvl="1"/>
            <a:r>
              <a:rPr lang="en-IN" sz="2000" dirty="0"/>
              <a:t>Face Recognition </a:t>
            </a:r>
          </a:p>
          <a:p>
            <a:pPr lvl="1"/>
            <a:r>
              <a:rPr lang="en-IN" sz="2000" dirty="0"/>
              <a:t>Image Segmentation</a:t>
            </a:r>
          </a:p>
          <a:p>
            <a:pPr marL="0" indent="0">
              <a:buNone/>
            </a:pPr>
            <a:r>
              <a:rPr lang="en-IN" sz="2400" b="1" dirty="0"/>
              <a:t>How it Works</a:t>
            </a:r>
          </a:p>
          <a:p>
            <a:r>
              <a:rPr lang="en-IN" sz="2000" dirty="0"/>
              <a:t>Image Capture → Preprocessing → Feature Extraction → AI Model → Decision/Output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1064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2C14-9CFE-2460-49ED-7F7E3511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and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1997-4399-EDBC-28FB-31F1C0736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Healthcare</a:t>
            </a:r>
          </a:p>
          <a:p>
            <a:r>
              <a:rPr lang="en-IN" sz="2000" dirty="0"/>
              <a:t>Detects diseases from X-rays, MRI, and CT scans. </a:t>
            </a:r>
          </a:p>
          <a:p>
            <a:r>
              <a:rPr lang="en-IN" sz="2000" dirty="0"/>
              <a:t>Assists doctors in diagnosis. </a:t>
            </a:r>
          </a:p>
          <a:p>
            <a:r>
              <a:rPr lang="en-IN" sz="2400" b="1" dirty="0"/>
              <a:t>Case Study:</a:t>
            </a:r>
            <a:r>
              <a:rPr lang="en-IN" sz="2400" dirty="0"/>
              <a:t> </a:t>
            </a:r>
            <a:r>
              <a:rPr lang="en-IN" sz="2000" dirty="0"/>
              <a:t>Google DeepMind detects diabetic retinopathy from retinal scans.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400" b="1" dirty="0"/>
              <a:t>Surveillance</a:t>
            </a:r>
          </a:p>
          <a:p>
            <a:r>
              <a:rPr lang="en-IN" sz="2000" dirty="0"/>
              <a:t>Face recognition </a:t>
            </a:r>
          </a:p>
          <a:p>
            <a:r>
              <a:rPr lang="en-IN" sz="2000" dirty="0"/>
              <a:t>Intrusion detection </a:t>
            </a:r>
          </a:p>
          <a:p>
            <a:r>
              <a:rPr lang="en-IN" sz="2000" dirty="0"/>
              <a:t>Crowd monitoring </a:t>
            </a:r>
          </a:p>
          <a:p>
            <a:r>
              <a:rPr lang="en-IN" sz="2400" b="1" dirty="0"/>
              <a:t>Case Study:</a:t>
            </a:r>
            <a:r>
              <a:rPr lang="en-IN" sz="2400" dirty="0"/>
              <a:t> </a:t>
            </a:r>
            <a:r>
              <a:rPr lang="en-IN" sz="2000" dirty="0"/>
              <a:t>Smart city CCTV systems use AI to detect suspicious activities.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8392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6569-E122-34E2-DEA2-26C45293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B77B8-0C57-2985-ECD7-7E236F9FA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Autonomous Vehicles</a:t>
            </a:r>
          </a:p>
          <a:p>
            <a:r>
              <a:rPr lang="en-IN" sz="2000" dirty="0"/>
              <a:t>Detects roads, pedestrians, traffic signs, and vehicles. </a:t>
            </a:r>
          </a:p>
          <a:p>
            <a:r>
              <a:rPr lang="en-IN" sz="2000" dirty="0"/>
              <a:t>Helps in safe navigation. </a:t>
            </a:r>
          </a:p>
          <a:p>
            <a:r>
              <a:rPr lang="en-IN" sz="2000" b="1" dirty="0"/>
              <a:t>Case Study:</a:t>
            </a:r>
            <a:r>
              <a:rPr lang="en-IN" sz="2000" dirty="0"/>
              <a:t> Tesla Autopilot uses cameras and AI for real-time driving decisions.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400" b="1" dirty="0"/>
              <a:t>Agriculture</a:t>
            </a:r>
          </a:p>
          <a:p>
            <a:r>
              <a:rPr lang="en-IN" sz="2000" dirty="0"/>
              <a:t>Crop disease detection </a:t>
            </a:r>
          </a:p>
          <a:p>
            <a:r>
              <a:rPr lang="en-IN" sz="2000" dirty="0"/>
              <a:t>Weed identification </a:t>
            </a:r>
          </a:p>
          <a:p>
            <a:r>
              <a:rPr lang="en-IN" sz="2000" dirty="0"/>
              <a:t>Yield prediction </a:t>
            </a:r>
          </a:p>
          <a:p>
            <a:r>
              <a:rPr lang="en-IN" sz="2000" b="1" dirty="0"/>
              <a:t>Case Study:</a:t>
            </a:r>
            <a:r>
              <a:rPr lang="en-IN" sz="2000" dirty="0"/>
              <a:t> John Deere's AI-powered tractors identify weeds and spray only required areas.</a:t>
            </a: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36195-D45E-4DE0-39DE-7F6655E48312}"/>
              </a:ext>
            </a:extLst>
          </p:cNvPr>
          <p:cNvSpPr txBox="1"/>
          <p:nvPr/>
        </p:nvSpPr>
        <p:spPr>
          <a:xfrm>
            <a:off x="747252" y="943897"/>
            <a:ext cx="10196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tx2"/>
                </a:solidFill>
              </a:rPr>
              <a:t>Autonomous</a:t>
            </a:r>
            <a:r>
              <a:rPr lang="en-IN" sz="4000" dirty="0"/>
              <a:t> </a:t>
            </a:r>
            <a:r>
              <a:rPr lang="en-IN" sz="4000" dirty="0">
                <a:solidFill>
                  <a:schemeClr val="tx2"/>
                </a:solidFill>
              </a:rPr>
              <a:t>vehicles</a:t>
            </a:r>
          </a:p>
        </p:txBody>
      </p:sp>
    </p:spTree>
    <p:extLst>
      <p:ext uri="{BB962C8B-B14F-4D97-AF65-F5344CB8AC3E}">
        <p14:creationId xmlns:p14="http://schemas.microsoft.com/office/powerpoint/2010/main" val="247950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436A-08CE-5BF5-5D18-D923C8E0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Retail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24FB-6F9C-4913-0547-778329B9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Retail:</a:t>
            </a:r>
          </a:p>
          <a:p>
            <a:r>
              <a:rPr lang="en-IN" sz="2000" dirty="0"/>
              <a:t>Automated checkout </a:t>
            </a:r>
          </a:p>
          <a:p>
            <a:r>
              <a:rPr lang="en-IN" sz="2000" dirty="0"/>
              <a:t>Shelf monitoring </a:t>
            </a:r>
          </a:p>
          <a:p>
            <a:r>
              <a:rPr lang="en-IN" sz="2000" dirty="0"/>
              <a:t>Customer </a:t>
            </a:r>
            <a:r>
              <a:rPr lang="en-IN" sz="2000" dirty="0" err="1"/>
              <a:t>behavior</a:t>
            </a:r>
            <a:r>
              <a:rPr lang="en-IN" sz="2000" dirty="0"/>
              <a:t> analysis </a:t>
            </a:r>
          </a:p>
          <a:p>
            <a:r>
              <a:rPr lang="en-IN" sz="2000" dirty="0"/>
              <a:t>Inventory management </a:t>
            </a:r>
          </a:p>
          <a:p>
            <a:r>
              <a:rPr lang="en-IN" sz="2000" b="1" dirty="0"/>
              <a:t>Case Study:</a:t>
            </a:r>
            <a:r>
              <a:rPr lang="en-IN" sz="2000" dirty="0"/>
              <a:t> Amazon Go stores use Computer Vision for cashier-less shopping.</a:t>
            </a:r>
          </a:p>
          <a:p>
            <a:pPr marL="0" indent="0">
              <a:buNone/>
            </a:pPr>
            <a:r>
              <a:rPr lang="en-IN" sz="2400" b="1" dirty="0"/>
              <a:t>Benefits:</a:t>
            </a:r>
          </a:p>
          <a:p>
            <a:r>
              <a:rPr lang="en-IN" sz="2000" dirty="0"/>
              <a:t>Faster decision-making </a:t>
            </a:r>
          </a:p>
          <a:p>
            <a:r>
              <a:rPr lang="en-IN" sz="2000" dirty="0"/>
              <a:t>Improved accuracy </a:t>
            </a:r>
          </a:p>
          <a:p>
            <a:r>
              <a:rPr lang="en-IN" sz="2000" dirty="0"/>
              <a:t>Reduced human effort </a:t>
            </a:r>
          </a:p>
          <a:p>
            <a:r>
              <a:rPr lang="en-IN" sz="2000" dirty="0"/>
              <a:t>Increased productivity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9764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59CE-4233-076B-C605-8BE08D8E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0286" y="4699820"/>
            <a:ext cx="5631426" cy="111252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75179-8E69-4ECB-45E2-C59AB5DF8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FCFC364-51D5-7B47-B9F6-94FE4F60AE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046804775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18</TotalTime>
  <Words>258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Modulo</vt:lpstr>
      <vt:lpstr>Analyze Real-World Applications of Computer Vision  Applications in Healthcare, Surveillance, Autonomous Vehicles, Agriculture &amp; Retail </vt:lpstr>
      <vt:lpstr>What is computer vision?</vt:lpstr>
      <vt:lpstr>Application and case study</vt:lpstr>
      <vt:lpstr> </vt:lpstr>
      <vt:lpstr>Retail and benefits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MEGHARAJU AKHIL KUMAR</dc:creator>
  <cp:lastModifiedBy>MEGHARAJU AKHIL KUMAR</cp:lastModifiedBy>
  <cp:revision>3</cp:revision>
  <dcterms:created xsi:type="dcterms:W3CDTF">2026-07-16T03:50:40Z</dcterms:created>
  <dcterms:modified xsi:type="dcterms:W3CDTF">2026-07-16T04:09:21Z</dcterms:modified>
</cp:coreProperties>
</file>